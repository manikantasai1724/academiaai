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Dense Semantic Retrieval vs. Sparse Keyword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Sparse retrieval algorithms like TF-IDF and BM25 match exact keywords between query and documents.</a:t>
            </a:r>
          </a:p>
          <a:p>
            <a:r>
              <a:t>They suffer from the vocabulary mismatch problem when queries use synonyms not present in the document.</a:t>
            </a:r>
          </a:p>
          <a:p>
            <a:r>
              <a:t>Dense semantic retrieval encodes queries and passages into continuous embedding vectors using Sentence Transformers.</a:t>
            </a:r>
          </a:p>
          <a:p>
            <a:r>
              <a:t>Related concepts cluster closely in geometric vector space, enabling semantic retrieval even with zero overlapping words.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Cosine Similarity and Vector Dot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Cosine similarity measures the angle between two vectors: cos(u, v) = (u . v) / (||u|| * ||v||).</a:t>
            </a:r>
          </a:p>
          <a:p>
            <a:r>
              <a:t>When vectors are L2-normalized during embedding generation, their Euclidean norm ||u|| = 1.0.</a:t>
            </a:r>
          </a:p>
          <a:p>
            <a:r>
              <a:t>Consequently, the denominator becomes exactly 1.0, and the inner product (dot product) equals cosine similarity.</a:t>
            </a:r>
          </a:p>
          <a:p>
            <a:r>
              <a:t>This allows high-speed similarity search using FAISS IndexFlatIP.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